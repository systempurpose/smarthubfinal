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5" d="100"/>
          <a:sy n="85" d="100"/>
        </p:scale>
        <p:origin x="115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Smart Hub: Diagnostic Application for Android Phone</a:t>
            </a:r>
          </a:p>
        </p:txBody>
      </p:sp>
      <p:sp>
        <p:nvSpPr>
          <p:cNvPr id="3" name="Subtitle 2"/>
          <p:cNvSpPr>
            <a:spLocks noGrp="1"/>
          </p:cNvSpPr>
          <p:nvPr>
            <p:ph type="subTitle" idx="1"/>
          </p:nvPr>
        </p:nvSpPr>
        <p:spPr/>
        <p:txBody>
          <a:bodyPr/>
          <a:lstStyle/>
          <a:p>
            <a:r>
              <a:t>Members:</a:t>
            </a:r>
          </a:p>
          <a:p>
            <a:r>
              <a:t>(please add member names)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(1/2)</a:t>
            </a:r>
          </a:p>
        </p:txBody>
      </p:sp>
      <p:sp>
        <p:nvSpPr>
          <p:cNvPr id="3" name="Content Placeholder 2"/>
          <p:cNvSpPr>
            <a:spLocks noGrp="1"/>
          </p:cNvSpPr>
          <p:nvPr>
            <p:ph idx="1"/>
          </p:nvPr>
        </p:nvSpPr>
        <p:spPr/>
        <p:txBody>
          <a:bodyPr/>
          <a:lstStyle/>
          <a:p>
            <a:r>
              <a:t>(content not found in DOCX — please verify section text)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(2/2)</a:t>
            </a:r>
          </a:p>
        </p:txBody>
      </p:sp>
      <p:sp>
        <p:nvSpPr>
          <p:cNvPr id="3" name="Content Placeholder 2"/>
          <p:cNvSpPr>
            <a:spLocks noGrp="1"/>
          </p:cNvSpPr>
          <p:nvPr>
            <p:ph idx="1"/>
          </p:nvPr>
        </p:nvSpPr>
        <p:spPr/>
        <p:txBody>
          <a:bodyPr/>
          <a:lstStyle/>
          <a:p>
            <a:r>
              <a:t>(content not found in DOCX — please verify section 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t>This study aims to develop and design Smart Hub: Diagnostic Application for Android Phone, a computer-based system designed to assist technicians and users in identifying and analyzing software-related issues in mobile devices. The system intends to improve the troubleshooting process by providing accurate and organized diagnostic results, making it easier to detect and understand smartphone problems.</a:t>
            </a:r>
          </a:p>
          <a:p>
            <a:r>
              <a:t>Specifically, it sought to:</a:t>
            </a:r>
          </a:p>
          <a:p>
            <a:r>
              <a:t>To make the system easy to use so technicians can understand and operate it without difficulty.</a:t>
            </a:r>
          </a:p>
          <a:p>
            <a:r>
              <a:t>To provide accurate and reliable results when diagnosing phone problems.</a:t>
            </a:r>
          </a:p>
          <a:p>
            <a:r>
              <a:t>To develop a system that functions properly and minimizes errors during use.</a:t>
            </a:r>
          </a:p>
          <a:p>
            <a:r>
              <a:t>To test the usability of the system based on user feedback and experience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Scope and Delimitation</a:t>
            </a:r>
          </a:p>
        </p:txBody>
      </p:sp>
      <p:sp>
        <p:nvSpPr>
          <p:cNvPr id="3" name="Content Placeholder 2"/>
          <p:cNvSpPr>
            <a:spLocks noGrp="1"/>
          </p:cNvSpPr>
          <p:nvPr>
            <p:ph idx="1"/>
          </p:nvPr>
        </p:nvSpPr>
        <p:spPr/>
        <p:txBody>
          <a:bodyPr/>
          <a:lstStyle/>
          <a:p>
            <a:r>
              <a:t>This study focuses on the design, development, and evaluation of Smart Hub Diagnostics, an automated diagnostic system intended to assist in identifying and explaining common causes of USB connectivity failures and device-detection issues between a Windows computer and mobile devices especially scenarios where standard tools (e.g., ADB) cannot reliably connect due to driver problems, unstable USB enumeration, or low-level device modes. The system integrates a Windows-based diagnostic interface, an internal diagnostic service, and a companion Android application package used to support installation and guided checks when needed. The study primarily emphasizes automation-first diagnostics (minimizing manual troubleshooting steps) and producing actionable, human-readable results for troubleshooting and documentation. The scope of this study includes:</a:t>
            </a:r>
          </a:p>
          <a:p>
            <a:r>
              <a:t>Developing a Windows desktop diagnostic interface that presents guided results, device status, and recommended actions based on collected evidence. Implementing automated host-side evidence collection such as USB device enumeration signals, stability sampling, and related system observations needed to infer likely connection states (e.g., normal USB operation vs. unstable or low-level modes). Providing structured diagnostic outputs (e.g., summaries/verdicts, transport or mode indicators, and timelines) to support troubleshooting, reporting, and repeatable testing. Packaging and distributing a companion Android application (APK) to support the overall workflow of the system (e.g., providing a controlled mobile-side component and a known installation artifact). Evaluating the system in terms of usability and effectiveness for intended beneficiaries such as IT support staff, technicians, and student researchers who handle device connection troubleshooting in real-world or laboratory settings.</a:t>
            </a:r>
          </a:p>
          <a:p>
            <a:r>
              <a:t>Delimitations of the Study define the boundaries of what the study covers: The system is delimited to Windows-based host environments and does not aim to fully support macOS or Linux hosts. The mobile-side scope is delimited primarily to Android, using an APK artifact; iOS workflows and iOS-specific recovery/diagnostic modes are outside the primary coverage unless explicitly included as observational evidence on the host. The study focuses on diagnosis and decision support, not on guaranteeing full repair or resolution of all connectivity problems; it provides recommendations and evidence-based indications rather than hardware-level fixes. The system’s checks are delimited to USB-centric connection scenarios and related host observations; advanced network-based debugging and enterprise MDM-level device management are not the main focus. The scope is limited to the features implemented in the proposed software (Smart Hub Diagnostics), including automated connection checks, host evidence collection, mode/transport indication when detectable, and presentation of findings through the Windows UI and generated summaries—without extending into full forensic acquisition, data recovery, or unauthorized bypass of device security.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Review of Related Literature</a:t>
            </a:r>
          </a:p>
        </p:txBody>
      </p:sp>
      <p:sp>
        <p:nvSpPr>
          <p:cNvPr id="3" name="Content Placeholder 2"/>
          <p:cNvSpPr>
            <a:spLocks noGrp="1"/>
          </p:cNvSpPr>
          <p:nvPr>
            <p:ph idx="1"/>
          </p:nvPr>
        </p:nvSpPr>
        <p:spPr/>
        <p:txBody>
          <a:bodyPr/>
          <a:lstStyle/>
          <a:p>
            <a:r>
              <a:t>(content not found in DOCX — please verify section text)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Conceptual Framework</a:t>
            </a:r>
          </a:p>
        </p:txBody>
      </p:sp>
      <p:sp>
        <p:nvSpPr>
          <p:cNvPr id="3" name="Content Placeholder 2"/>
          <p:cNvSpPr>
            <a:spLocks noGrp="1"/>
          </p:cNvSpPr>
          <p:nvPr>
            <p:ph idx="1"/>
          </p:nvPr>
        </p:nvSpPr>
        <p:spPr/>
        <p:txBody>
          <a:bodyPr/>
          <a:lstStyle/>
          <a:p>
            <a:r>
              <a:t>The conceptual framework of SmartHub, as detailed in the diagram, is a centralized Input-Process-Output (IPO) system structured around a Core Logic Engine &amp; Integration Hub. The flow begins on the left side, representing the Input phase, where the Device Connectivity component establishes a connection with the target Android phone via USB cable. This connection identifies whether the device is in standard states like MTP, ADB, or Fastboot. Recognizing common reliability issues like "Host COM/WPD Errors," the framework specifically routes these inputs through Truthfulness Gates. These gates act as internal validation filters to ensure that only accurate connection signals proceed to the process phase, avoiding standard Windows USB enumeration dependency. Initial technician commands are simultaneously fed into the core via the Web UI presented through the SmartHub.exe (WPF + WebView2) application.</a:t>
            </a:r>
          </a:p>
          <a:p>
            <a:r>
              <a:t>The core process phase is orchestrated by the Central Hub, supported by a local Node/Express Backend Service acting through specific API Endpoints. The Hub coordinates comprehensive analysis by dispatching data to three specialized modules on the right: the Full ADB Diagnostics &amp; Deep Scan Module, the Apps &amp; Security Risk Analysis Module, and the Quick Blue/Blank Screen Interactive Tests Module. In challenging scenarios, such as "Blue/Blank/Broken Screen" states, the system utilizes the Intelligent Diagnostic Hub from the Processing &amp; Offline Helpers Layer, which employs Camera/OCR Helpers, Screen Visual Analysis, and a localized Offline AI for diagnosis.</a:t>
            </a:r>
          </a:p>
          <a:p>
            <a:r>
              <a:t>Finally, this analysis flows down to the System Integrity Layer, which generates the primary output: a Technician-friendly Verdict (Pass/Warn/Fail). This diagnostic outcome, along with session data managed by the Data Storage &amp; Management Layer, is presented back to the user via the Diagnostic History View, completing the logical interaction loop.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Review of Related Studies</a:t>
            </a:r>
          </a:p>
        </p:txBody>
      </p:sp>
      <p:sp>
        <p:nvSpPr>
          <p:cNvPr id="3" name="Content Placeholder 2"/>
          <p:cNvSpPr>
            <a:spLocks noGrp="1"/>
          </p:cNvSpPr>
          <p:nvPr>
            <p:ph idx="1"/>
          </p:nvPr>
        </p:nvSpPr>
        <p:spPr/>
        <p:txBody>
          <a:bodyPr/>
          <a:lstStyle/>
          <a:p>
            <a:r>
              <a:t>(content not found in DOCX — please verify section text)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Synthesis</a:t>
            </a:r>
          </a:p>
        </p:txBody>
      </p:sp>
      <p:sp>
        <p:nvSpPr>
          <p:cNvPr id="3" name="Content Placeholder 2"/>
          <p:cNvSpPr>
            <a:spLocks noGrp="1"/>
          </p:cNvSpPr>
          <p:nvPr>
            <p:ph idx="1"/>
          </p:nvPr>
        </p:nvSpPr>
        <p:spPr/>
        <p:txBody>
          <a:bodyPr/>
          <a:lstStyle/>
          <a:p>
            <a:r>
              <a:t>The review of related literature and studies suggests that day-to-day phone troubleshooting in small repair shops still depends heavily on manual checks, technician gut feel, and trial-and-error. When the steps are not standardized and evidence is not recorded, the same problem can be re-tested multiple times, service time becomes unpredictable, and it is harder to explain the diagnosis clearly to customers. Diagnostic platforms and workstation tools help reduce these issues by turning troubleshooting into a repeatable workflow: capture evidence in a consistent way, run checks in an ordered sequence, and summarize results in a format that can be reviewed and shared.</a:t>
            </a:r>
          </a:p>
          <a:p>
            <a:r>
              <a:t>In practice, systems like this work best when requirements are clearly defined, the interface is simple enough for busy technicians, and the backend is stable and easy to maintain. Iterative development (such as Scrum) also matters because Android devices change quickly across brands and OS versions, so the tool needs to improve based on real shop feedback. Local constraints limited connectivity, privacy expectations, and cases where USB debugging is unavailable shape the design as well. Offline storage and USB-only evidence collection make the system usable in common no-debug situations. Finally, usability testing and technician feedback provide a practical way to validate whether the system is helpful, reliable, and acceptable in real repair workflows.</a:t>
            </a:r>
          </a:p>
          <a:p>
            <a:r>
              <a:t>Overall, these findings support SmartHub as an offline-first diagnostics workstation that helps technicians assess Android devices, generate evidence-based reports, and deliver more consistent service. From a practical shop perspective, what matters most is not just finding the right answer, but finding it in a way that is repeatable, explainable, and safe. Customers often ask why a phone is failing, whether their data is at risk, and what steps were taken before recommending a repair or replacement. A diagnostic system that can capture connection logs, device identifiers, and a clear summary of observations helps build trust and reduces misunderstandings. At the same time, diagnostic tools must respect constraints that technicians face every day: locked devices, disabled debugging, different driver states on Windows, and the need to work quickly. SmartHub is positioned as a tool that supports these realities by offering both deeper ADB-based checks (when allowed) and careful USB-only evidence collection when the device cannot be fully accessed. Another common theme in the literature is that good tooling is not only about features, but also about usability and maintainability. A system that is hard to operate, too slow, or inconsistent in outputs will eventually be ignored, even if it is technically capable. For SmartHub , this means designing the UI so the next step is always obvious, the results are easy to interpret, and the overall workflow matches how technicians naturally think (identify the device, confirm stability, collect evidence, and produce a report).</a:t>
            </a:r>
          </a:p>
          <a:p>
            <a:r>
              <a:t>Technical Background</a:t>
            </a:r>
          </a:p>
          <a:p>
            <a:r>
              <a:t>Advancements in mobile computing and device management tools have changed how Android diagnostics can be done. A modern diagnostic workstation can combine evidence from several sources device identification, connection stability, USB/driver signals, and (when allowed) ADB command outputs to build a clearer picture of a phone s condition. In many traditional repair workflows, technicians still depend on experience and repetitive manual testing, which is often time-consuming and hard to document. A dedicated diagnostic platform addresses this gap by providing guided checks, repeatable procedures, and consolidated results. In Android diagnostics, the availability of evidence depends on permissions and device state. When USB debugging is enabled and the device is authorized, ADB can provide useful system information (for example, device properties, logs, and package/system signals).</a:t>
            </a:r>
          </a:p>
          <a:p>
            <a:r>
              <a:t>However, many real cases especially in customer-facing repair settings do not allow ADB access: the phone may be locked, the screen may be broken, the user may not have enabled developer options, or the device may be unstable and repeatedly disconnect. Because of this, a practical workstation tool must also support no-debug evidence pathways. Windows itself provides signals through USB enumeration and PnP events. While these signals are not as detailed as ADB, they can still be valuable for basic triage, identifying the connection pattern, and documenting what the technician observed. SmartHub takes this mixed-evidence reality seriously. Instead of relying on one single diagnostic technique, it supports multiple modes and then consolidates results into a single report.</a:t>
            </a:r>
          </a:p>
          <a:p>
            <a:r>
              <a:t>This helps technicians avoid switching between many separate tools and reduces the risk of missing key details during the troubleshooting process. SmartHub is designed as a local diagnostic workstation that supports both ADB-based diagnostics (when USB debugging is available) and USB-only/no-debug triage for devices with blue/blank/broken screens or restricted access. Through the system, technicians can run checks, capture evidence, and export results in a consistent format. By combining local tools with offline storage, SmartHub aims to improve diagnostic speed, clarity of findings, and consistency of reporting in a repair-shop environment.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Gap</a:t>
            </a:r>
          </a:p>
        </p:txBody>
      </p:sp>
      <p:sp>
        <p:nvSpPr>
          <p:cNvPr id="3" name="Content Placeholder 2"/>
          <p:cNvSpPr>
            <a:spLocks noGrp="1"/>
          </p:cNvSpPr>
          <p:nvPr>
            <p:ph idx="1"/>
          </p:nvPr>
        </p:nvSpPr>
        <p:spPr/>
        <p:txBody>
          <a:bodyPr/>
          <a:lstStyle/>
          <a:p>
            <a:r>
              <a:t>Delimitations of the Study define the boundaries of what the study covers: The system is delimited to Windows-based host environments and does not aim to fully support macOS or Linux hosts. The mobile-side scope is delimited primarily to Android, using an APK artifact; iOS workflows and iOS-specific recovery/diagnostic modes are outside the primary coverage unless explicitly included as observational evidence on the host. The study focuses on diagnosis and decision support, not on guaranteeing full repair or resolution of all connectivity problems; it provides recommendations and evidence-based indications rather than hardware-level fixes. The system’s checks are delimited to USB-centric connection scenarios and related host observations; advanced network-based debugging and enterprise MDM-level device management are not the main focus. The scope is limited to the features implemented in the proposed software (Smart Hub Diagnostics), including automated connection checks, host evidence collection, mode/transport indication when detectable, and presentation of findings through the Windows UI and generated summaries—without extending into full forensic acquisition, data recovery, or unauthorized bypass of device security.</a:t>
            </a:r>
          </a:p>
          <a:p>
            <a:r>
              <a:t>This section presents the strengths and weaknesses of the reviewed literature and studies related to the Smart Hub: Diagnostic Application for Android Phone. It highlights the key advantages and limitations of existing research in areas such as Android diagnostics, performance monitoring, and automated troubleshooting. Through this analysis, the section evaluates the relevance of previous studies to the current research and identifies gaps that need to be addressed. These insights serve as a guide in improving the design, functionality, and overall development of the proposed system.</a:t>
            </a:r>
          </a:p>
          <a:p>
            <a:r>
              <a:t>Advancements in mobile computing and device management tools have changed how Android diagnostics can be done. A modern diagnostic workstation can combine evidence from several sources device identification, connection stability, USB/driver signals, and (when allowed) ADB command outputs to build a clearer picture of a phone s condition. In many traditional repair workflows, technicians still depend on experience and repetitive manual testing, which is often time-consuming and hard to document. A dedicated diagnostic platform addresses this gap by providing guided checks, repeatable procedures, and consolidated results. In Android diagnostics, the availability of evidence depends on permissions and device state. When USB debugging is enabled and the device is authorized, ADB can provide useful system information (for example, device properties, logs, and package/system signals).</a:t>
            </a:r>
          </a:p>
          <a:p>
            <a:r>
              <a:t>This chapter outlines the technical framework and procedural steps taken to build SmartHub as online-first diagnostic workstation tool. It provides a comprehensive overview of requirements gathering, architectural design, implementation strategies, and the specific tools used to validate the system's performance. To ensure the final product is both technically sound and operationally relevant, the project uses a hybrid approach combining descriptive and developmental research. The descriptive component is used to document and evaluate existing diagnostic practices (including the limitations of no-USB-debugging cases), while the developmental component governs the actual engineering of the solution, including local evidence collection and optional online analysis. To maintain adaptability throughout the build, the Scrum framework is implemented. This allows the development team to refine features such as connection stability checks, no-debug triage, and report generation through continuous feedback loops and incremental updates.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r>
              <a:t>This chapter presents the research design and the systematic process used to develop SmartHub: a Windows desktop diagnostic tool for Android phones. It details the selection of respondents, the primary and secondary sources of data, the instruments used for data collection, and the techniques employed for data analysis. Furthermore, this section discusses the development framework utilized to build the system, focusing on the Scrum framework. This iterative approach allows continuous refinement of technician workflows such as ADB-based diagnostics, USB-only/no-debug triage for blue/blank/broken-screen devices, and evidence-based reporting, ensuring that the final application meets operational requirements while maintaining high levels of development efficiency and adaptability. The primary stakeholder locale for this project is Carlo Gadget Repair Shop and Accessories.</a:t>
            </a:r>
          </a:p>
          <a:p>
            <a:r>
              <a:t>This chapter outlines the technical framework and procedural steps taken to build SmartHub as online-first diagnostic workstation tool. It provides a comprehensive overview of requirements gathering, architectural design, implementation strategies, and the specific tools used to validate the system's performance. To ensure the final product is both technically sound and operationally relevant, the project uses a hybrid approach combining descriptive and developmental research. The descriptive component is used to document and evaluate existing diagnostic practices (including the limitations of no-USB-debugging cases), while the developmental component governs the actual engineering of the solution, including local evidence collection and optional online analysis. To maintain adaptability throughout the build, the Scrum framework is implemented. This allows the development team to refine features such as connection stability checks, no-debug triage, and report generation through continuous feedback loops and incremental updates.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Requirement Analysis</a:t>
            </a:r>
          </a:p>
        </p:txBody>
      </p:sp>
      <p:sp>
        <p:nvSpPr>
          <p:cNvPr id="3" name="Content Placeholder 2"/>
          <p:cNvSpPr>
            <a:spLocks noGrp="1"/>
          </p:cNvSpPr>
          <p:nvPr>
            <p:ph idx="1"/>
          </p:nvPr>
        </p:nvSpPr>
        <p:spPr/>
        <p:txBody>
          <a:bodyPr/>
          <a:lstStyle/>
          <a:p>
            <a:r>
              <a:t>The project's methodology outlines the steps, data sources, tools, and data collection techniques that guide the development of SmartHub. In system and software engineering, requirements analysis involves identifying and understanding the needs that a diagnostic application must meet while also balancing the sometimes-conflicting priorities of various stakeholders, including technicians, support personnel, and device owners. This process includes thorough analysis, documentation, validation, and continuous requirements management to ensure the system remains technically sound and user-focused.</a:t>
            </a:r>
          </a:p>
          <a:p>
            <a:r>
              <a:t>For SmartHub, the system requirements are clear, actionable, measurable, and aligned with the project's goal to produce technician-ready results supported by evidence. After collecting relevant information from stakeholders, the developers closely examine current diagnostic challenges, specifically the inefficiencies caused by fragmented evidence capture, intermittent USB behavior, and the difficulty of diagnosing blue/blank/broken-screen devices when USB debugging is unavailable.</a:t>
            </a:r>
          </a:p>
          <a:p>
            <a:r>
              <a:t>At the same time, the developers envision a system that streamlines these manual tasks through a unified offline-first workstation interface, automated evidence collection via ADB/Fastboot when available, USB-only stability sampling when ADB is not available, and clear next-step guidance. Throughout the development process, all requirements are carefully reviewed and validated to ensure the final system directly addresses these gaps and remains within explicit safety boundaries (no security bypass claims, no remote enabling of USB debugging, and no exploit workflows).</a:t>
            </a:r>
          </a:p>
          <a:p>
            <a:r>
              <a:t>At present, many troubleshooting activities rely on a mix of manual checks and ad-hoc tool usage. In no-debug cases, technicians often depend on inconsistent observations and lack standardized evidence. To address these issues, the development team conducts an in-depth assessment of existing workflows by observing diagnostic steps and interviewing intended users. The findings reveal key challenges, including unstructured record-keeping of evidence, limited visibility into device state, and difficulty reproducing intermittent problems.</a:t>
            </a:r>
          </a:p>
          <a:p>
            <a:r>
              <a:t>These findings directly influence the design and functionality of SmartHub . The system is envisioned to provide a structured diagnostic summary with evidence (checks and reasons), confidence-aware conclusions, and recommended next actions. By replacing fragmented tools and manual notes with an integrated offline-first platform tailored to diagnostic workflows, SmartHub aims to minimize errors and reduce diagnostic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DFD: Current Technical Solution (As-Is)</a:t>
            </a:r>
          </a:p>
        </p:txBody>
      </p:sp>
      <p:sp>
        <p:nvSpPr>
          <p:cNvPr id="3" name="Content Placeholder 2"/>
          <p:cNvSpPr>
            <a:spLocks noGrp="1"/>
          </p:cNvSpPr>
          <p:nvPr>
            <p:ph idx="1"/>
          </p:nvPr>
        </p:nvSpPr>
        <p:spPr/>
        <p:txBody>
          <a:bodyPr/>
          <a:lstStyle/>
          <a:p>
            <a:r>
              <a:t>Technology is changing quickly in today's digital world, and it's changing the way people live, work, and talk to each other. New software and mobile computing technologies have made it easier and faster to do things we do every day. As a result, people now need smartphones and apps for work, school, and fun. Things are getting better all the time, but they're also getting harder to understand. This makes it harder for people to really get how their devices work. To keep your system running at its best, Google's Android Developers (2023) say you should keep an eye on apps, memory use, and background processes.</a:t>
            </a:r>
          </a:p>
          <a:p>
            <a:r>
              <a:t>There are now a billion people in the world who have smartphones. People like Android phones and tablets because they are affordable, adaptable, and come in a lot of different brands. Statista says that Android is the most popular mobile operating system in the world (2023). Over 70% of people use it. People in different countries still have the same issues, though. For instance, apps crashing, running slowly, not having enough storage space, and having too many background processes. These problems show that even with new technology, many people still have trouble getting their devices to work. Because of this, people need better tools that can help them understand and use their phones.</a:t>
            </a:r>
          </a:p>
          <a:p>
            <a:r>
              <a:t>A lot of people in the Philippines already use smartphones, especially students, workers, and small business owners. Many Filipinos prefer Android phones because they are cheaper and easier to find. DataReportal (2023) says that many people in the Philippines spend a lot of time on their phones. People use their phones to talk to each other, learn new things, and buy things. But a lot of people still have problems like lagging, not having enough storage, app crashes, and a system that runs slowly. Most of the time, these problems are caused by software, not hardware. A lot of people don't know how to fix technical problems, so they just restart the device or delete files to make it work again. But these don't always work.</a:t>
            </a:r>
          </a:p>
          <a:p>
            <a:r>
              <a:t>A lot of people have problems with their smartphones, especially at places like Carlo Gadget Repair Shop and Accessories. A lot of the time, people bring in gadgets that don't work, run slowly, or freeze up. A lot of these problems are because the software isn't working right. Most of the time, technicians find these problems by hand by checking out the storage, the apps, and how well the system works. This method works, but it can take a long time and depends a lot on how skilled the technician is at it. You can't see some problems right away, so they are harder to fix and take longer to fix. We need a better and more dependable way to find out what's wrong.</a:t>
            </a:r>
          </a:p>
          <a:p>
            <a:r>
              <a:t>People have made diagnostic tools to see how well smartphones work in order to fix these problems. These tools can tell you how much memory is being used, how well the storage is working, what apps are open, and how the whole device is working. According to Android Developers (2023), you should check on how the system is working to make sure the device runs well. But a lot of the tools that are already out there only give technical information that most people might not understand.</a:t>
            </a:r>
          </a:p>
          <a:p>
            <a:r>
              <a:t>AI can help by giving you a choice that is better and easier to use. AI can look at the information in the system, spot patterns, and let you know what might be wrong with your phone. IBM (2023) says that AI systems can look at data and find patterns in it. Then, they can use those patterns to make predictions about what will happen next. This can help you figure out what's wrong with a system. AI can help you make sense of data by showing you problems with it, like apps that don't work right, too much memory being used, or too many processes running in the background. It doesn't just show numbers.</a:t>
            </a:r>
          </a:p>
          <a:p>
            <a:r>
              <a:t>The Smart Hub: Diagnostic Application for Android Phone was made to help you find out what's wrong with your phone more quickly and easily. The system checks the most important parts of the computer, like how much space is left on the hard drive, what programs are running, and how well everything is working. Then it shows the results in a clear and organized way.</a:t>
            </a:r>
          </a:p>
          <a:p>
            <a:r>
              <a:t>The system also has an AI tool that finds problems and suggests possible causes and fixes. People who don't know much about technology can learn more about how their device works more easily this way. Users can do things like manage apps, delete files they don't need, and speed up their computers based on what the system tells them to do.</a:t>
            </a:r>
          </a:p>
          <a:p>
            <a:r>
              <a:t>The app is also useful for repair shop workers because it makes the diagnostic process faster and more accurate. When technicians use AI-generated data and system monitoring together, they can find problems more quickly. It also makes it easier for customers and technicians to talk to each other because it shows results in a way that is clear. People are more likely to trust and believe in the service when this happens.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DFD: Proposed Solution (SmartHub)</a:t>
            </a:r>
          </a:p>
        </p:txBody>
      </p:sp>
      <p:sp>
        <p:nvSpPr>
          <p:cNvPr id="3" name="Content Placeholder 2"/>
          <p:cNvSpPr>
            <a:spLocks noGrp="1"/>
          </p:cNvSpPr>
          <p:nvPr>
            <p:ph idx="1"/>
          </p:nvPr>
        </p:nvSpPr>
        <p:spPr/>
        <p:txBody>
          <a:bodyPr/>
          <a:lstStyle/>
          <a:p>
            <a:r>
              <a:t>(content not found in DOCX — please verify section text)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Population and Locality</a:t>
            </a:r>
          </a:p>
        </p:txBody>
      </p:sp>
      <p:sp>
        <p:nvSpPr>
          <p:cNvPr id="3" name="Content Placeholder 2"/>
          <p:cNvSpPr>
            <a:spLocks noGrp="1"/>
          </p:cNvSpPr>
          <p:nvPr>
            <p:ph idx="1"/>
          </p:nvPr>
        </p:nvSpPr>
        <p:spPr/>
        <p:txBody>
          <a:bodyPr/>
          <a:lstStyle/>
          <a:p>
            <a:r>
              <a:t>The participants of this project consist of primary stakeholders who perform Android phone diagnostics using a Windows workstation. This group is composed of technicians and support personnel who use diagnostic tools daily. The developers use purposive sampling to select these individuals, as their daily interaction with diagnostic workflows provides the necessary firsthand insights into existing procedural difficulties and evidence collection gaps. In this study, these stakeholders are drawn from Carlo Gadget Repair Shop and Accessories.</a:t>
            </a:r>
          </a:p>
          <a:p>
            <a:r>
              <a:t>The study is centered in a Windows-based diagnostic workstation environment at Carlo Gadget Repair Shop and Accessories (e.g., the service counter/repair area) where Android devices are connected via USB for inspection and evidence collection. This locale is ideal for evaluating an offline-first application that integrates local UI, a local companion service, and local device tooling.</a:t>
            </a:r>
          </a:p>
          <a:p>
            <a:r>
              <a:t>To assess usability and user acceptance, the researchers may apply purposive sampling to a small group of intended users who run representative diagnostic scenarios and evaluate the system based on the ISO/IEC 25010 instrument.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Instrument (Statistical Tool)</a:t>
            </a:r>
          </a:p>
        </p:txBody>
      </p:sp>
      <p:sp>
        <p:nvSpPr>
          <p:cNvPr id="3" name="Content Placeholder 2"/>
          <p:cNvSpPr>
            <a:spLocks noGrp="1"/>
          </p:cNvSpPr>
          <p:nvPr>
            <p:ph idx="1"/>
          </p:nvPr>
        </p:nvSpPr>
        <p:spPr/>
        <p:txBody>
          <a:bodyPr/>
          <a:lstStyle/>
          <a:p>
            <a:r>
              <a:t>The project uses semi-structured interviews, document/tool analysis, direct observation, internet research, and ISO/IEC 25010 as the main tools for collecting data. These instruments help the developers identify current issues, user needs, and system requirements for SmartHub .</a:t>
            </a:r>
          </a:p>
          <a:p>
            <a:r>
              <a:t>Semi-Structured Interview Guides. Qualitative data is primarily gathered through semi-structured interviews with technicians and support personnel. This flexible conversational format allows the researchers to ask prepared questions about operational challenges such as device detection, ADB availability, USB instability, and blue/blank-screen triage while leaving room for follow-up inquiries.</a:t>
            </a:r>
          </a:p>
          <a:p>
            <a:r>
              <a:t>Document and Tool Analysis. To ensure the digital system mirrors necessary real-world evidence, the researchers perform an analysis of available diagnostic artifacts and signals (e.g., ADB outputs, Fastboot information, Windows USB enumeration). This analysis informs the design of read-only checks, local history logs, and the formatting of evidence shown to users.</a:t>
            </a:r>
          </a:p>
          <a:p>
            <a:r>
              <a:t>Direct Observation. The researchers conduct on-site or controlled-environment observations of the diagnostic workflow. This provides first-hand insight into common failure modes and evidence capture practices, ensuring the SmartHub interface is optimized for actual use and supports consistent diagnostic conclusions.</a:t>
            </a:r>
          </a:p>
          <a:p>
            <a:r>
              <a:t>ISO/IEC 25010. ISO/IEC 25010 is a standard created by the International Organization for Standardization (ISO) and the International Electrotechnical Commission (IEC) to evaluate software quality. It provides a model for checking and improving software quality through different characteristics and sub-characteristics, including security and compatibility.</a:t>
            </a:r>
          </a:p>
          <a:p>
            <a:r>
              <a:t>The instrument based on ISO/IEC 25010 serves as a tool to measure how acceptable SmartHub is. It evaluates how well the software meets user expectations and needs based on factors such as functionality, performance, usability, and reliability. By including this evaluation, the developers ensure that the system meets technical standards, provides a good user experience, and maintains high reliability-supporting technician workflows for Android diagnostics.</a:t>
            </a:r>
          </a:p>
          <a:p>
            <a:r>
              <a:t>To quantify these results, a Five-Point Likert Scale is utilized as the primary data collection tool. Using a scale ranging from 5 (Strongly Agree) to 1 (Strongly Disagree), the researchers gather perspectives on evidence clarity, speed, usefulness of suggested next steps, and overall usability.</a:t>
            </a:r>
          </a:p>
          <a:p>
            <a:r>
              <a:t>Internet Research. Before developing SmartHub, internet research is used to collect secondary data and study existing tools and practices related to Android diagnostics, ADB/Fastboot utilities, and online-first workstation design. During this process, scholarly articles, documentation, and technical guides are reviewed. The goal is to learn effective practices and common diagnostic features that can be applied to the project while maintaining safe, evidence-based outputs.</a:t>
            </a:r>
          </a:p>
          <a:p>
            <a:r>
              <a:t>Statistical analysis provides the mathematical framework necessary to interpret the data collected during the system evaluation phase. In this project, these tools are used to analyze feedback from the ISO/IEC 25010 evaluation survey.</a:t>
            </a:r>
          </a:p>
          <a:p>
            <a:r>
              <a:t>The mathematical formula for the weighted average mean is shown below.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Likert Scale</a:t>
            </a:r>
          </a:p>
        </p:txBody>
      </p:sp>
      <p:sp>
        <p:nvSpPr>
          <p:cNvPr id="3" name="Content Placeholder 2"/>
          <p:cNvSpPr>
            <a:spLocks noGrp="1"/>
          </p:cNvSpPr>
          <p:nvPr>
            <p:ph idx="1"/>
          </p:nvPr>
        </p:nvSpPr>
        <p:spPr/>
        <p:txBody>
          <a:bodyPr/>
          <a:lstStyle/>
          <a:p>
            <a:r>
              <a:t>To quantify these results, a Five-Point Likert Scale is utilized as the primary data collection tool. Using a scale ranging from 5 (Strongly Agree) to 1 (Strongly Disagree), the researchers gather perspectives on evidence clarity, speed, usefulness of suggested next steps, and overall usability.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Prototype</a:t>
            </a:r>
          </a:p>
        </p:txBody>
      </p:sp>
      <p:sp>
        <p:nvSpPr>
          <p:cNvPr id="3" name="Content Placeholder 2"/>
          <p:cNvSpPr>
            <a:spLocks noGrp="1"/>
          </p:cNvSpPr>
          <p:nvPr>
            <p:ph idx="1"/>
          </p:nvPr>
        </p:nvSpPr>
        <p:spPr/>
        <p:txBody>
          <a:bodyPr/>
          <a:lstStyle/>
          <a:p>
            <a:r>
              <a:t>Technology is changing quickly in today's digital world, and it's changing the way people live, work, and talk to each other. New software and mobile computing technologies have made it easier and faster to do things we do every day. As a result, people now need smartphones and apps for work, school, and fun. Things are getting better all the time, but they're also getting harder to understand. This makes it harder for people to really get how their devices work. To keep your system running at its best, Google's Android Developers (2023) say you should keep an eye on apps, memory use, and background processes.</a:t>
            </a:r>
          </a:p>
          <a:p>
            <a:r>
              <a:t>The Smart Hub: Diagnostic Application for Android Phone was made to help you find out what's wrong with your phone more quickly and easily. The system checks the most important parts of the computer, like how much space is left on the hard drive, what programs are running, and how well everything is working. Then it shows the results in a clear and organized way.</a:t>
            </a:r>
          </a:p>
          <a:p>
            <a:r>
              <a:t>The app is also useful for repair shop workers because it makes the diagnostic process faster and more accurate. When technicians use AI-generated data and system monitoring together, they can find problems more quickly. It also makes it easier for customers and technicians to talk to each other because it shows results in a way that is clear. People are more likely to trust and believe in the service when this happens.</a:t>
            </a:r>
          </a:p>
          <a:p>
            <a:r>
              <a:t>Future Developers – The project serves as a reference for future developers and researchers aiming to create similar diagnostic platforms or service-oriented systems. Smart Hub demonstrates best practices in designing intuitive interfaces, integrating ADB-based diagnostic protocols, and managing device data efficiently.</a:t>
            </a:r>
          </a:p>
          <a:p>
            <a:r>
              <a:t>The project defines its solution as a Windows-based diagnostic workstation that establishes a secure communication link with Android devices via USB. Unlike standard mobile applications, this system is engineered to operate independently of the phone's built-in interface. This allows the workstation to function even in critical hardware scenarios such as devices with blank or broken screens where user interaction on the phone is impossible. the architecture integrates a PostgreSQL database for structured data logging and an AI Helper designed to translate complex system telemetry into actionable diagnostic reports that are easy for anyone to understand.</a:t>
            </a:r>
          </a:p>
          <a:p>
            <a:r>
              <a:t>This study focuses on the design, development, and evaluation of Smart Hub Diagnostics, an automated diagnostic system intended to assist in identifying and explaining common causes of USB connectivity failures and device-detection issues between a Windows computer and mobile devices especially scenarios where standard tools (e.g., ADB) cannot reliably connect due to driver problems, unstable USB enumeration, or low-level device modes. The system integrates a Windows-based diagnostic interface, an internal diagnostic service, and a companion Android application package used to support installation and guided checks when needed. The study primarily emphasizes automation-first diagnostics (minimizing manual troubleshooting steps) and producing actionable, human-readable results for troubleshooting and documentation. The scope of this study includes:</a:t>
            </a:r>
          </a:p>
          <a:p>
            <a:r>
              <a:t>Developing a Windows desktop diagnostic interface that presents guided results, device status, and recommended actions based on collected evidence. Implementing automated host-side evidence collection such as USB device enumeration signals, stability sampling, and related system observations needed to infer likely connection states (e.g., normal USB operation vs. unstable or low-level modes). Providing structured diagnostic outputs (e.g., summaries/verdicts, transport or mode indicators, and timelines) to support troubleshooting, reporting, and repeatable testing. Packaging and distributing a companion Android application (APK) to support the overall workflow of the system (e.g., providing a controlled mobile-side component and a known installation artifact). Evaluating the system in terms of usability and effectiveness for intended beneficiaries such as IT support staff, technicians, and student researchers who handle device connection troubleshooting in real-world or laboratory settings.</a:t>
            </a:r>
          </a:p>
          <a:p>
            <a:r>
              <a:t>Delimitations of the Study define the boundaries of what the study covers: The system is delimited to Windows-based host environments and does not aim to fully support macOS or Linux hosts. The mobile-side scope is delimited primarily to Android, using an APK artifact; iOS workflows and iOS-specific recovery/diagnostic modes are outside the primary coverage unless explicitly included as observational evidence on the host. The study focuses on diagnosis and decision support, not on guaranteeing full repair or resolution of all connectivity problems; it provides recommendations and evidence-based indications rather than hardware-level fixes. The system’s checks are delimited to USB-centric connection scenarios and related host observations; advanced network-based debugging and enterprise MDM-level device management are not the main focus. The scope is limited to the features implemented in the proposed software (Smart Hub Diagnostics), including automated connection checks, host evidence collection, mode/transport indication when detectable, and presentation of findings through the Windows UI and generated summaries—without extending into full forensic acquisition, data recovery, or unauthorized bypass of device security.</a:t>
            </a:r>
          </a:p>
          <a:p>
            <a:r>
              <a:t>This section presents a review of related literature and studies that are significant to the development of Smart Hub: Diagnostic Application for Mobile Phone. This section is intended to provide major concepts, findings and technical insights from various sources that are relevant to the current study. The review focuses on automated diagnostic systems, Android system protocols, USB connectivity using ADB (Android Debug Bridge) and software defect evaluation. Furthermore, literature regarding system performance monitoring, background process management and storage congestion analysis is presented to address common issues like system latency and application crashes. These gathered materials are essential in understanding the challenges encountered in manual smartphone troubleshooting, especially in local repair shop settings. Finally, this review establishes the requirements for a computer-based diagnostic tool and provides a basis for evaluating the proposed Smart Hub system in terms of its functionality, reliability, and technical efficiency.</a:t>
            </a:r>
          </a:p>
          <a:p>
            <a:r>
              <a:t>Recent studies emphasize that usability plays a significant role in the effectiveness of mobile and AI-based applications. According to MDPI research by Ghanzouri et al. (2024), usability is measured through efficiency, effectiveness, and user satisfaction, which directly influence how users interact with mobile systems. Similarly, Müller et al. (2022) highlighted that usability evaluation methods such as learnability and accessibility are essential in ensuring that applications can be used by both technical and non-technical users. Supporting this, Liang et al. (2023) found that systems with high usability significantly improve task completion rates and user adoption. These findings suggest that developing a user-friendly interface is crucial in ensuring that diagnostic systems can be easily understood and effectively utilized by technicians and smartphone users.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t>In this project, the system framework presents the structured process undertaken to design, develop, and evaluate SmartHub . The framework serves as a guide in organizing the activities involved in system development, from requirement analysis up to system implementation and evaluation. It ensures that the development process follows a systematic and organized approach aligned with the objectives of the study.</a:t>
            </a:r>
          </a:p>
          <a:p>
            <a:r>
              <a:t>The development of SmartHub adopts the Scrum approach, a system development methodology that emphasizes iterative development, continuous collaboration, and frequent feedback from stakeholders. This approach allows the developers to divide the system into smaller functional components and develop them in short cycles called sprints. Through this method, system features such as device detection, ADB diagnostics, no-debug connection checks, optional visual checks, and offline evidence history are gradually developed, tested, and improved.</a:t>
            </a:r>
          </a:p>
          <a:p>
            <a:r>
              <a:t>Scrum is suitable for this project because the system involves multiple diagnostic modes and real-world device variability. Each mode requires continuous refinement of system checks and user messaging. The iterative nature of Scrum ensures the system remains flexible and adaptable to changes, while also allowing improvements based on feedback gathered during development.</a:t>
            </a:r>
          </a:p>
          <a:p>
            <a:r>
              <a:t>Figure 3.4.1 Scrum Development Framework</a:t>
            </a:r>
          </a:p>
          <a:p>
            <a:r>
              <a:t>Figure 3.4.1 illustrates the Scrum Development Framework used in the development of SmartHub. This framework highlights the step-by-step process followed by the researchers in building the system, ensuring that all required diagnostic features are properly implemented and evaluated.</a:t>
            </a:r>
          </a:p>
          <a:p>
            <a:r>
              <a:t>Phases of the Scrum Approach</a:t>
            </a:r>
          </a:p>
          <a:p>
            <a:r>
              <a:t>Product Backlog - The Product Backlog is an ordered list of required features and diagnostic checks (Android Debug Bridge(ADB) evidence collection ,Media Transfer Protocol(MPT) visibility ,USB-only stability sampling, screen-visual checks, SmartHub AI suggestion, and local history) which, according to the Scrum Guide, serves as the single source of work for the team, and moreover, explicitly prioritising online and safety-critical items prevents technical debt in a diagnostic app.</a:t>
            </a:r>
          </a:p>
          <a:p>
            <a:r>
              <a:t>Sprint Planning - Sprint Planning selects backlog items for a sprint and defines tasks and acceptance criteria based on evidence correctness and safety boundaries, which according to Scrum is a time-boxed event to set a Sprint Goal, and moreover, incorporating safety boundaries into acceptance criteria reduces liability when automating device tests.</a:t>
            </a:r>
          </a:p>
          <a:p>
            <a:r>
              <a:t>Sprint Development - Sprint Development designs and implements core modules across UI and backend, integrates local tooling (Android Debug Bridge (ADB), PostgreSQL), and performs continuous testing, which according to Agile engineering practices requires iterative integration, and moreover, continuous testing of Android Debug Bridge (ADB) commands ensures that diagnostic evidence remains reliable across Android versions.</a:t>
            </a:r>
          </a:p>
          <a:p>
            <a:r>
              <a:t>Sprint Review - Sprint Review presents and tests developed features to determine if they meet required specifications while gathering feedback on performance and usability, which according to Scrum validates the increment against stakeholder expectations, and moreover, usability feedback from technicians directly improves first-time fix rates.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Implementation Plan</a:t>
            </a:r>
          </a:p>
        </p:txBody>
      </p:sp>
      <p:sp>
        <p:nvSpPr>
          <p:cNvPr id="3" name="Content Placeholder 2"/>
          <p:cNvSpPr>
            <a:spLocks noGrp="1"/>
          </p:cNvSpPr>
          <p:nvPr>
            <p:ph idx="1"/>
          </p:nvPr>
        </p:nvSpPr>
        <p:spPr/>
        <p:txBody>
          <a:bodyPr/>
          <a:lstStyle/>
          <a:p>
            <a:r>
              <a:t>Planning Phase – The planning phase identifies stakeholder needs and documents scope, explicitly noting reliance on online AI and Supabase cloud database; according to ISO/IEC 25010:2011 (Software Quality Model), the requirements must address reliability (e.g., fault tolerance, recoverability) and security characteristics, which includes specifying how the system handles network failures, API rate limits, and secure authentication; moreover, upfront recognition of online-only services forces the team to design retry logic, exponential backoff, and graceful degradation, avoiding costly redesign later while ensuring the product meets its required quality attributes.</a:t>
            </a:r>
          </a:p>
          <a:p>
            <a:r>
              <a:t>Designing Phase – The designing phase creates a high-level architecture (WPF WebView2 shell, local web UI, Node/Express service) with HTTPS clients for Supabase and AI APIs; according to ISO/IEC 25010:2023 (Systems and software Quality Requirements and Evaluation – Quality model), the architecture must address reliability (fault tolerance, recoverability), security (confidentiality, integrity), and maintainability (modularity, reusability), which translates to deployment constraints, security zones, and token caching strategies; moreover, decoupling the local UI from cloud services allows swapping AI providers without redeploying the app and enables queuing of diagnostic runs during transient network loss, directly supporting the quality characteristics of reliability and maintainability.</a:t>
            </a:r>
          </a:p>
          <a:p>
            <a:r>
              <a:t>Development (Coding) Phase – The development phase implements REST endpoints, UI flows, ADB/Fastboot integration, and optional offline Python helpers, while storing all cloud credentials in environment variables; according to ISO/IEC 25010:2023 (Systems and software Quality Requirements and Evaluation), the coding practices must ensure security (confidentiality, integrity) by sanitising ADB commands and stripping personal data from payloads, and reliability (fault tolerance) by wrapping API calls with timeouts and exponential backoff retry logic; moreover, using online AI and Supabase enables real-time updates, server-side model improvements, and instant result sharing without updating the Windows client, directly supporting the quality characteristics of maintainability and performance efficiency.</a:t>
            </a:r>
          </a:p>
          <a:p>
            <a:r>
              <a:t>Testing Phase – The testing phase conducts integration, system, and user acceptance tests using scenarios that include no-debug mode, slow/unstable internet, and AI rate-limit errors; according to ISO 25010, testing must cover functional suitability, reliability, security, and performance, including expired JWT tokens and network failures; moreover, simulating connectivity issues ensures the app shows meaningful error messages instead of crashing, and user acceptance testing verifies that the online dependency does not hinder technicians in real workshops.</a:t>
            </a:r>
          </a:p>
          <a:p>
            <a:r>
              <a:t>Deployment Phase – The deployment phase packages the Windows application with all dependencies (Node, ADB, Python helpers) and ensures local-only security defaults, while requiring outbound HTTPS access to Supabase and AI endpoints; according to Microsoft deployment best practices, the installer must validate connectivity and warn if firewall rules block required domains; moreover, a one-time whitelisting of Supabase and AI domains gives technicians full cloud capabilities (centralised reporting, remote support, model updates) and a local health check guides them to resolve network issues immediately.</a:t>
            </a:r>
          </a:p>
          <a:p>
            <a:r>
              <a:t>Review (Maintenance) Phase - The review phase collects feedback, monitors Supabase and AI logs, and releases updates to the Windows app, local service, or cloud functions; according to ISO/IEC 25010:2023 (which defines a product quality model applicable throughout the lifecycle), maintenance activities directly support the maintainability characteristic; ensuring corrective, adaptive, and perfective changes (including updating AI models without client-side releases) can be performed efficiently while preserving reliability, security, and portability; moreover, using online logs and A/B testing on AI endpoints allows the team to continuously improve diagnostic accuracy and schema performance over time without forcing every technician to reinstall the application, thereby enhancing the product’s long-term quality governance.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7400</Words>
  <Application>Microsoft Office PowerPoint</Application>
  <PresentationFormat>On-screen Show (4:3)</PresentationFormat>
  <Paragraphs>106</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Smart Hub: Diagnostic Application for Android Phone</vt:lpstr>
      <vt:lpstr>Introduction (1/2)</vt:lpstr>
      <vt:lpstr>Introduction (2/2)</vt:lpstr>
      <vt:lpstr>Objectives</vt:lpstr>
      <vt:lpstr>Scope and Delimitation</vt:lpstr>
      <vt:lpstr>Summary of Review of Related Literature</vt:lpstr>
      <vt:lpstr>Conceptual Framework</vt:lpstr>
      <vt:lpstr>Summary of Review of Related Studies</vt:lpstr>
      <vt:lpstr>Synthesis</vt:lpstr>
      <vt:lpstr>Research Gap</vt:lpstr>
      <vt:lpstr>Methodology</vt:lpstr>
      <vt:lpstr>Requirement Analysis</vt:lpstr>
      <vt:lpstr>DFD: Current Technical Solution (As-Is)</vt:lpstr>
      <vt:lpstr>DFD: Proposed Solution (SmartHub)</vt:lpstr>
      <vt:lpstr>Population and Locality</vt:lpstr>
      <vt:lpstr>Data Instrument (Statistical Tool)</vt:lpstr>
      <vt:lpstr>Likert Scale</vt:lpstr>
      <vt:lpstr>Prototype</vt:lpstr>
      <vt:lpstr>System Architecture</vt:lpstr>
      <vt:lpstr>Implementation Plan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mark lhemuel arenas</cp:lastModifiedBy>
  <cp:revision>1</cp:revision>
  <dcterms:created xsi:type="dcterms:W3CDTF">2013-01-27T09:14:16Z</dcterms:created>
  <dcterms:modified xsi:type="dcterms:W3CDTF">2026-04-28T14:56:00Z</dcterms:modified>
  <cp:category/>
</cp:coreProperties>
</file>